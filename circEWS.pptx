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60" r:id="rId13"/>
    <p:sldId id="271" r:id="rId14"/>
    <p:sldId id="261" r:id="rId15"/>
    <p:sldId id="269" r:id="rId16"/>
    <p:sldId id="27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D3AA1-82EE-4C12-A139-3F939DBF4684}" v="24" dt="2026-08-18T09:28:33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박" userId="9321021f39b6e3ca" providerId="LiveId" clId="{5880DF4F-1244-4062-B2CA-EC30F7DFD3D8}"/>
    <pc:docChg chg="undo custSel addSld modSld sldOrd">
      <pc:chgData name="준영 박" userId="9321021f39b6e3ca" providerId="LiveId" clId="{5880DF4F-1244-4062-B2CA-EC30F7DFD3D8}" dt="2026-08-19T07:12:19.498" v="2806" actId="20577"/>
      <pc:docMkLst>
        <pc:docMk/>
      </pc:docMkLst>
      <pc:sldChg chg="modSp mod">
        <pc:chgData name="준영 박" userId="9321021f39b6e3ca" providerId="LiveId" clId="{5880DF4F-1244-4062-B2CA-EC30F7DFD3D8}" dt="2026-08-18T11:51:00.165" v="2057" actId="1076"/>
        <pc:sldMkLst>
          <pc:docMk/>
          <pc:sldMk cId="1830632657" sldId="256"/>
        </pc:sldMkLst>
        <pc:spChg chg="mod">
          <ac:chgData name="준영 박" userId="9321021f39b6e3ca" providerId="LiveId" clId="{5880DF4F-1244-4062-B2CA-EC30F7DFD3D8}" dt="2026-08-18T11:50:53.431" v="2055" actId="122"/>
          <ac:spMkLst>
            <pc:docMk/>
            <pc:sldMk cId="1830632657" sldId="256"/>
            <ac:spMk id="2" creationId="{00ACF077-69AB-4256-4A48-787AA05D5C85}"/>
          </ac:spMkLst>
        </pc:spChg>
        <pc:spChg chg="mod">
          <ac:chgData name="준영 박" userId="9321021f39b6e3ca" providerId="LiveId" clId="{5880DF4F-1244-4062-B2CA-EC30F7DFD3D8}" dt="2026-08-18T11:51:00.165" v="2057" actId="1076"/>
          <ac:spMkLst>
            <pc:docMk/>
            <pc:sldMk cId="1830632657" sldId="256"/>
            <ac:spMk id="3" creationId="{D8592A99-09BB-7D53-7706-479B8E0C35E5}"/>
          </ac:spMkLst>
        </pc:spChg>
      </pc:sldChg>
      <pc:sldChg chg="modSp mod">
        <pc:chgData name="준영 박" userId="9321021f39b6e3ca" providerId="LiveId" clId="{5880DF4F-1244-4062-B2CA-EC30F7DFD3D8}" dt="2026-08-19T01:02:10.854" v="2062" actId="20577"/>
        <pc:sldMkLst>
          <pc:docMk/>
          <pc:sldMk cId="2316938058" sldId="257"/>
        </pc:sldMkLst>
        <pc:spChg chg="mod">
          <ac:chgData name="준영 박" userId="9321021f39b6e3ca" providerId="LiveId" clId="{5880DF4F-1244-4062-B2CA-EC30F7DFD3D8}" dt="2026-08-19T01:02:10.854" v="2062" actId="20577"/>
          <ac:spMkLst>
            <pc:docMk/>
            <pc:sldMk cId="2316938058" sldId="257"/>
            <ac:spMk id="2" creationId="{77BC9505-06B2-977E-1DFE-3204A50DBD3E}"/>
          </ac:spMkLst>
        </pc:spChg>
        <pc:spChg chg="mod">
          <ac:chgData name="준영 박" userId="9321021f39b6e3ca" providerId="LiveId" clId="{5880DF4F-1244-4062-B2CA-EC30F7DFD3D8}" dt="2026-08-18T10:50:32.541" v="1686" actId="20577"/>
          <ac:spMkLst>
            <pc:docMk/>
            <pc:sldMk cId="2316938058" sldId="257"/>
            <ac:spMk id="3" creationId="{CE452C2B-F706-5C3A-B268-97BE85523B9A}"/>
          </ac:spMkLst>
        </pc:spChg>
      </pc:sldChg>
      <pc:sldChg chg="modSp new mod">
        <pc:chgData name="준영 박" userId="9321021f39b6e3ca" providerId="LiveId" clId="{5880DF4F-1244-4062-B2CA-EC30F7DFD3D8}" dt="2026-08-18T08:07:44.696" v="185" actId="20577"/>
        <pc:sldMkLst>
          <pc:docMk/>
          <pc:sldMk cId="1663911626" sldId="258"/>
        </pc:sldMkLst>
        <pc:spChg chg="mod">
          <ac:chgData name="준영 박" userId="9321021f39b6e3ca" providerId="LiveId" clId="{5880DF4F-1244-4062-B2CA-EC30F7DFD3D8}" dt="2026-08-18T07:56:18.460" v="10" actId="20577"/>
          <ac:spMkLst>
            <pc:docMk/>
            <pc:sldMk cId="1663911626" sldId="258"/>
            <ac:spMk id="2" creationId="{646DD4D3-A6EA-16A4-82D9-8C002D897F59}"/>
          </ac:spMkLst>
        </pc:spChg>
        <pc:spChg chg="mod">
          <ac:chgData name="준영 박" userId="9321021f39b6e3ca" providerId="LiveId" clId="{5880DF4F-1244-4062-B2CA-EC30F7DFD3D8}" dt="2026-08-18T08:07:44.696" v="185" actId="20577"/>
          <ac:spMkLst>
            <pc:docMk/>
            <pc:sldMk cId="1663911626" sldId="258"/>
            <ac:spMk id="3" creationId="{9983A677-B4BD-88E0-4A9A-27BE44528920}"/>
          </ac:spMkLst>
        </pc:spChg>
      </pc:sldChg>
      <pc:sldChg chg="modSp new mod">
        <pc:chgData name="준영 박" userId="9321021f39b6e3ca" providerId="LiveId" clId="{5880DF4F-1244-4062-B2CA-EC30F7DFD3D8}" dt="2026-08-18T08:11:23.358" v="253" actId="20577"/>
        <pc:sldMkLst>
          <pc:docMk/>
          <pc:sldMk cId="3123872054" sldId="259"/>
        </pc:sldMkLst>
        <pc:spChg chg="mod">
          <ac:chgData name="준영 박" userId="9321021f39b6e3ca" providerId="LiveId" clId="{5880DF4F-1244-4062-B2CA-EC30F7DFD3D8}" dt="2026-08-18T08:10:10.578" v="196" actId="20577"/>
          <ac:spMkLst>
            <pc:docMk/>
            <pc:sldMk cId="3123872054" sldId="259"/>
            <ac:spMk id="2" creationId="{C2BAEC3D-5DAA-4C7C-DFA6-C06BA6B0EE17}"/>
          </ac:spMkLst>
        </pc:spChg>
        <pc:spChg chg="mod">
          <ac:chgData name="준영 박" userId="9321021f39b6e3ca" providerId="LiveId" clId="{5880DF4F-1244-4062-B2CA-EC30F7DFD3D8}" dt="2026-08-18T08:11:23.358" v="253" actId="20577"/>
          <ac:spMkLst>
            <pc:docMk/>
            <pc:sldMk cId="3123872054" sldId="259"/>
            <ac:spMk id="3" creationId="{007A1ED2-9C34-7475-52E7-2ACFA2585FBC}"/>
          </ac:spMkLst>
        </pc:spChg>
      </pc:sldChg>
      <pc:sldChg chg="modSp new mod">
        <pc:chgData name="준영 박" userId="9321021f39b6e3ca" providerId="LiveId" clId="{5880DF4F-1244-4062-B2CA-EC30F7DFD3D8}" dt="2026-08-18T11:50:27.290" v="2046" actId="1076"/>
        <pc:sldMkLst>
          <pc:docMk/>
          <pc:sldMk cId="4100050692" sldId="260"/>
        </pc:sldMkLst>
        <pc:spChg chg="mod">
          <ac:chgData name="준영 박" userId="9321021f39b6e3ca" providerId="LiveId" clId="{5880DF4F-1244-4062-B2CA-EC30F7DFD3D8}" dt="2026-08-18T08:35:39.686" v="302" actId="20577"/>
          <ac:spMkLst>
            <pc:docMk/>
            <pc:sldMk cId="4100050692" sldId="260"/>
            <ac:spMk id="2" creationId="{8141766B-5068-6C5D-3F2B-B29BBD3E47D3}"/>
          </ac:spMkLst>
        </pc:spChg>
        <pc:spChg chg="mod">
          <ac:chgData name="준영 박" userId="9321021f39b6e3ca" providerId="LiveId" clId="{5880DF4F-1244-4062-B2CA-EC30F7DFD3D8}" dt="2026-08-18T11:50:27.290" v="2046" actId="1076"/>
          <ac:spMkLst>
            <pc:docMk/>
            <pc:sldMk cId="4100050692" sldId="260"/>
            <ac:spMk id="3" creationId="{E2348C3B-3375-3204-3810-73961454F200}"/>
          </ac:spMkLst>
        </pc:spChg>
      </pc:sldChg>
      <pc:sldChg chg="modSp new mod">
        <pc:chgData name="준영 박" userId="9321021f39b6e3ca" providerId="LiveId" clId="{5880DF4F-1244-4062-B2CA-EC30F7DFD3D8}" dt="2026-08-19T07:12:19.498" v="2806" actId="20577"/>
        <pc:sldMkLst>
          <pc:docMk/>
          <pc:sldMk cId="3345549134" sldId="261"/>
        </pc:sldMkLst>
        <pc:spChg chg="mod">
          <ac:chgData name="준영 박" userId="9321021f39b6e3ca" providerId="LiveId" clId="{5880DF4F-1244-4062-B2CA-EC30F7DFD3D8}" dt="2026-08-19T04:22:32.250" v="2337" actId="20577"/>
          <ac:spMkLst>
            <pc:docMk/>
            <pc:sldMk cId="3345549134" sldId="261"/>
            <ac:spMk id="2" creationId="{9EFCE411-41B8-519D-247E-3384E76A372A}"/>
          </ac:spMkLst>
        </pc:spChg>
        <pc:spChg chg="mod">
          <ac:chgData name="준영 박" userId="9321021f39b6e3ca" providerId="LiveId" clId="{5880DF4F-1244-4062-B2CA-EC30F7DFD3D8}" dt="2026-08-19T07:12:19.498" v="2806" actId="20577"/>
          <ac:spMkLst>
            <pc:docMk/>
            <pc:sldMk cId="3345549134" sldId="261"/>
            <ac:spMk id="3" creationId="{82C1B97E-B2E2-14DB-DE1B-4EB9A57B8897}"/>
          </ac:spMkLst>
        </pc:spChg>
      </pc:sldChg>
      <pc:sldChg chg="modSp new mod ord">
        <pc:chgData name="준영 박" userId="9321021f39b6e3ca" providerId="LiveId" clId="{5880DF4F-1244-4062-B2CA-EC30F7DFD3D8}" dt="2026-08-19T04:21:01.743" v="2163" actId="5793"/>
        <pc:sldMkLst>
          <pc:docMk/>
          <pc:sldMk cId="463471376" sldId="262"/>
        </pc:sldMkLst>
        <pc:spChg chg="mod">
          <ac:chgData name="준영 박" userId="9321021f39b6e3ca" providerId="LiveId" clId="{5880DF4F-1244-4062-B2CA-EC30F7DFD3D8}" dt="2026-08-19T04:20:21.573" v="2075" actId="20577"/>
          <ac:spMkLst>
            <pc:docMk/>
            <pc:sldMk cId="463471376" sldId="262"/>
            <ac:spMk id="2" creationId="{08A18140-B8A3-881C-1A63-FC576005BBB6}"/>
          </ac:spMkLst>
        </pc:spChg>
        <pc:spChg chg="mod">
          <ac:chgData name="준영 박" userId="9321021f39b6e3ca" providerId="LiveId" clId="{5880DF4F-1244-4062-B2CA-EC30F7DFD3D8}" dt="2026-08-19T04:21:01.743" v="2163" actId="5793"/>
          <ac:spMkLst>
            <pc:docMk/>
            <pc:sldMk cId="463471376" sldId="262"/>
            <ac:spMk id="3" creationId="{2A986536-38C3-6E87-CB2A-B7A613A673BE}"/>
          </ac:spMkLst>
        </pc:spChg>
      </pc:sldChg>
      <pc:sldChg chg="modSp new mod">
        <pc:chgData name="준영 박" userId="9321021f39b6e3ca" providerId="LiveId" clId="{5880DF4F-1244-4062-B2CA-EC30F7DFD3D8}" dt="2026-08-19T04:21:22.845" v="2215" actId="20577"/>
        <pc:sldMkLst>
          <pc:docMk/>
          <pc:sldMk cId="1709279645" sldId="263"/>
        </pc:sldMkLst>
        <pc:spChg chg="mod">
          <ac:chgData name="준영 박" userId="9321021f39b6e3ca" providerId="LiveId" clId="{5880DF4F-1244-4062-B2CA-EC30F7DFD3D8}" dt="2026-08-19T04:21:22.845" v="2215" actId="20577"/>
          <ac:spMkLst>
            <pc:docMk/>
            <pc:sldMk cId="1709279645" sldId="263"/>
            <ac:spMk id="2" creationId="{7E9D9F6B-17DF-DAED-2294-A45927486CC2}"/>
          </ac:spMkLst>
        </pc:spChg>
      </pc:sldChg>
      <pc:sldChg chg="modSp new mod">
        <pc:chgData name="준영 박" userId="9321021f39b6e3ca" providerId="LiveId" clId="{5880DF4F-1244-4062-B2CA-EC30F7DFD3D8}" dt="2026-08-19T04:21:30.191" v="2224" actId="5793"/>
        <pc:sldMkLst>
          <pc:docMk/>
          <pc:sldMk cId="4187643231" sldId="264"/>
        </pc:sldMkLst>
        <pc:spChg chg="mod">
          <ac:chgData name="준영 박" userId="9321021f39b6e3ca" providerId="LiveId" clId="{5880DF4F-1244-4062-B2CA-EC30F7DFD3D8}" dt="2026-08-19T04:21:30.191" v="2224" actId="5793"/>
          <ac:spMkLst>
            <pc:docMk/>
            <pc:sldMk cId="4187643231" sldId="264"/>
            <ac:spMk id="2" creationId="{FFA43423-D709-A708-C187-722F95B044C0}"/>
          </ac:spMkLst>
        </pc:spChg>
      </pc:sldChg>
      <pc:sldChg chg="modSp new mod">
        <pc:chgData name="준영 박" userId="9321021f39b6e3ca" providerId="LiveId" clId="{5880DF4F-1244-4062-B2CA-EC30F7DFD3D8}" dt="2026-08-19T04:21:34.403" v="2237" actId="5793"/>
        <pc:sldMkLst>
          <pc:docMk/>
          <pc:sldMk cId="3728184631" sldId="265"/>
        </pc:sldMkLst>
        <pc:spChg chg="mod">
          <ac:chgData name="준영 박" userId="9321021f39b6e3ca" providerId="LiveId" clId="{5880DF4F-1244-4062-B2CA-EC30F7DFD3D8}" dt="2026-08-19T04:21:34.403" v="2237" actId="5793"/>
          <ac:spMkLst>
            <pc:docMk/>
            <pc:sldMk cId="3728184631" sldId="265"/>
            <ac:spMk id="2" creationId="{93EC3394-4B34-8E15-06E3-8D5409B007EF}"/>
          </ac:spMkLst>
        </pc:spChg>
      </pc:sldChg>
      <pc:sldChg chg="modSp new mod">
        <pc:chgData name="준영 박" userId="9321021f39b6e3ca" providerId="LiveId" clId="{5880DF4F-1244-4062-B2CA-EC30F7DFD3D8}" dt="2026-08-19T04:21:37.705" v="2244" actId="5793"/>
        <pc:sldMkLst>
          <pc:docMk/>
          <pc:sldMk cId="2460721318" sldId="266"/>
        </pc:sldMkLst>
        <pc:spChg chg="mod">
          <ac:chgData name="준영 박" userId="9321021f39b6e3ca" providerId="LiveId" clId="{5880DF4F-1244-4062-B2CA-EC30F7DFD3D8}" dt="2026-08-19T04:21:37.705" v="2244" actId="5793"/>
          <ac:spMkLst>
            <pc:docMk/>
            <pc:sldMk cId="2460721318" sldId="266"/>
            <ac:spMk id="2" creationId="{35F22C09-0DF7-34E1-22C7-2518143979F6}"/>
          </ac:spMkLst>
        </pc:spChg>
      </pc:sldChg>
      <pc:sldChg chg="modSp new mod">
        <pc:chgData name="준영 박" userId="9321021f39b6e3ca" providerId="LiveId" clId="{5880DF4F-1244-4062-B2CA-EC30F7DFD3D8}" dt="2026-08-19T04:21:41.768" v="2253" actId="5793"/>
        <pc:sldMkLst>
          <pc:docMk/>
          <pc:sldMk cId="193047636" sldId="267"/>
        </pc:sldMkLst>
        <pc:spChg chg="mod">
          <ac:chgData name="준영 박" userId="9321021f39b6e3ca" providerId="LiveId" clId="{5880DF4F-1244-4062-B2CA-EC30F7DFD3D8}" dt="2026-08-19T04:21:41.768" v="2253" actId="5793"/>
          <ac:spMkLst>
            <pc:docMk/>
            <pc:sldMk cId="193047636" sldId="267"/>
            <ac:spMk id="2" creationId="{D58CD1A1-48A5-9427-F453-D1CAD1C4FFF6}"/>
          </ac:spMkLst>
        </pc:spChg>
      </pc:sldChg>
      <pc:sldChg chg="modSp new mod">
        <pc:chgData name="준영 박" userId="9321021f39b6e3ca" providerId="LiveId" clId="{5880DF4F-1244-4062-B2CA-EC30F7DFD3D8}" dt="2026-08-19T04:21:48.850" v="2260" actId="5793"/>
        <pc:sldMkLst>
          <pc:docMk/>
          <pc:sldMk cId="1991340984" sldId="268"/>
        </pc:sldMkLst>
        <pc:spChg chg="mod">
          <ac:chgData name="준영 박" userId="9321021f39b6e3ca" providerId="LiveId" clId="{5880DF4F-1244-4062-B2CA-EC30F7DFD3D8}" dt="2026-08-19T04:21:48.850" v="2260" actId="5793"/>
          <ac:spMkLst>
            <pc:docMk/>
            <pc:sldMk cId="1991340984" sldId="268"/>
            <ac:spMk id="2" creationId="{DA6D7E7B-7928-8B5A-91D2-3278DF4FE4A8}"/>
          </ac:spMkLst>
        </pc:spChg>
      </pc:sldChg>
      <pc:sldChg chg="modSp new mod">
        <pc:chgData name="준영 박" userId="9321021f39b6e3ca" providerId="LiveId" clId="{5880DF4F-1244-4062-B2CA-EC30F7DFD3D8}" dt="2026-08-19T04:22:41.246" v="2346" actId="20577"/>
        <pc:sldMkLst>
          <pc:docMk/>
          <pc:sldMk cId="1681204362" sldId="269"/>
        </pc:sldMkLst>
        <pc:spChg chg="mod">
          <ac:chgData name="준영 박" userId="9321021f39b6e3ca" providerId="LiveId" clId="{5880DF4F-1244-4062-B2CA-EC30F7DFD3D8}" dt="2026-08-19T04:22:41.246" v="2346" actId="20577"/>
          <ac:spMkLst>
            <pc:docMk/>
            <pc:sldMk cId="1681204362" sldId="269"/>
            <ac:spMk id="2" creationId="{C1B95EB9-ACE0-BC24-56C0-87DE621EB81B}"/>
          </ac:spMkLst>
        </pc:spChg>
      </pc:sldChg>
      <pc:sldChg chg="modSp new mod">
        <pc:chgData name="준영 박" userId="9321021f39b6e3ca" providerId="LiveId" clId="{5880DF4F-1244-4062-B2CA-EC30F7DFD3D8}" dt="2026-08-19T04:22:52.246" v="2361" actId="20577"/>
        <pc:sldMkLst>
          <pc:docMk/>
          <pc:sldMk cId="4237980033" sldId="270"/>
        </pc:sldMkLst>
        <pc:spChg chg="mod">
          <ac:chgData name="준영 박" userId="9321021f39b6e3ca" providerId="LiveId" clId="{5880DF4F-1244-4062-B2CA-EC30F7DFD3D8}" dt="2026-08-19T04:22:52.246" v="2361" actId="20577"/>
          <ac:spMkLst>
            <pc:docMk/>
            <pc:sldMk cId="4237980033" sldId="270"/>
            <ac:spMk id="2" creationId="{8AB1BB0D-CC4C-148D-7186-8E832EFDE188}"/>
          </ac:spMkLst>
        </pc:spChg>
      </pc:sldChg>
      <pc:sldChg chg="modSp new mod">
        <pc:chgData name="준영 박" userId="9321021f39b6e3ca" providerId="LiveId" clId="{5880DF4F-1244-4062-B2CA-EC30F7DFD3D8}" dt="2026-08-19T04:47:12.838" v="2697" actId="20577"/>
        <pc:sldMkLst>
          <pc:docMk/>
          <pc:sldMk cId="1923417408" sldId="271"/>
        </pc:sldMkLst>
        <pc:spChg chg="mod">
          <ac:chgData name="준영 박" userId="9321021f39b6e3ca" providerId="LiveId" clId="{5880DF4F-1244-4062-B2CA-EC30F7DFD3D8}" dt="2026-08-19T04:46:22.138" v="2393" actId="20577"/>
          <ac:spMkLst>
            <pc:docMk/>
            <pc:sldMk cId="1923417408" sldId="271"/>
            <ac:spMk id="2" creationId="{4DB745BD-38EF-E911-42B0-275C44263927}"/>
          </ac:spMkLst>
        </pc:spChg>
        <pc:spChg chg="mod">
          <ac:chgData name="준영 박" userId="9321021f39b6e3ca" providerId="LiveId" clId="{5880DF4F-1244-4062-B2CA-EC30F7DFD3D8}" dt="2026-08-19T04:47:12.838" v="2697" actId="20577"/>
          <ac:spMkLst>
            <pc:docMk/>
            <pc:sldMk cId="1923417408" sldId="271"/>
            <ac:spMk id="3" creationId="{C0D41C01-D13A-28B6-C38C-D554991826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86685-0946-0CF7-20B5-0E1464FCF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F90A51-BD17-ACCC-7C04-E80B7CAE6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45836B-2B1C-22F5-9D93-DE616F16B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BC8D9-704F-55A5-68D1-F688BB27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170A4F-8690-9611-DEC5-639DA8DA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174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EF5A77-7CA7-EBE5-874E-4DDFE0851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E7301B-5331-F8C9-12F0-4607B223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77D929-70F7-8BE1-2D20-2D944AE5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C0CC33-8E72-8E82-3BB9-11A25224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A98047-722C-73B3-CD84-1403F417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51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4DE41-8525-BD8C-F4A6-08B9CB0A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6327B-183C-819C-506A-9CA8B2CA1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CE9C75-8FE4-BB88-8BAC-F9DC1F879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74A81-8C99-B2D6-955F-45833584E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311E88-65B5-1762-C6FB-86EAF3D7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68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E424C-419C-78A4-8905-07D44E27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0DFB04-A624-373A-AF9E-BD20FFDF6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935DA4-13F9-313A-85FF-691177FB1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BF9A82-93FC-64D8-D53B-12BADC3B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B5AE45-3EDE-5FC0-1B0D-46DD28C7B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F8158C-3D2C-3967-99A1-4C80F2A6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590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3B920-F062-2984-181E-C2AF0E84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B855AC-4E08-21A1-A3AE-7A5E2E782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A51C4A-B12B-7EFF-B65C-D2C0C2064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DEC9B4-32BB-D7F2-5806-BB60139570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768996-30D6-5814-C77A-4144508F5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B98DAD-C5C7-7500-E578-9496E20B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9C7925-5021-9A19-BEBC-50CE3A2A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ED4E79-37EE-5461-61CC-6B0F2E03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7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DE2D0F-A9E9-8083-8856-26850AC3C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25E325-3FFF-22AF-8482-7A1F237CD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EAE87E-CDEF-6693-6B29-7C42CAB3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737544-4FE0-C272-9C30-487E7932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32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302EA49-144B-95CD-D598-20BD127C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1A1312-35C7-0B36-18D4-6CD2EBCD9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F0AF57-017E-5235-8A67-3C0F5AA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485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2EA04-4954-C577-A3A0-23D90EAC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DD734B-D6EB-5F4E-38E3-EC7FB8BDA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BC62C-F559-3E9D-0BAC-B7A0D06E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04B20C-9E80-4B7F-93AA-193DBCC7C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D0DB43-96C9-2A68-3D76-3F5CE4D32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7CE2BC-6F80-EA1B-1663-63EFC742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00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99216-4B9F-645A-698B-D0E742D29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0CF1768-FBAD-2B98-A33F-381264B6C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F27F47-1D4B-DABD-AD67-8E71787D3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3600E0-8B3B-9028-DF69-CBDC19EA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BECE81-F700-6D95-6351-E9F3EE4BB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FB0120-AB79-4F9B-5063-D6E2D931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985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9B1AF-6A60-987C-92A4-C4DFE879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565139-1682-5A89-5A35-3862F6ECD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3875A5-1E30-CA77-9EF0-B9B799D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32A686-E1F5-7B10-B023-FEA4C344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3760D8-413A-1A29-3634-ED3FD75C1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4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0F634F-5AFF-DE9E-CA61-60B7F82F5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56AA66-BE2E-5765-FF9F-D8D7BB7A0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6E26CA-A3BD-69F0-668A-8A6414CA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88AC16-16A5-0021-A20C-C04826533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F2906C-162B-734A-3C56-F93D0D5D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240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3413043-5EA9-A277-D7C8-3403AF9E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19DCDD-F9E9-EA5D-E092-73D25F546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0C2265-3954-89F3-0897-A0746F427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B1A5F9-A292-4DB8-BA5D-B61C1DCECA7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A43951-8789-3E9D-921C-7BDF7991F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CD7BD-3DD2-C2EE-1311-849EE951D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21DBB-CF19-4300-8C0B-3AED33457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63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CF077-69AB-4256-4A48-787AA05D5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1244"/>
            <a:ext cx="9144000" cy="3612445"/>
          </a:xfrm>
        </p:spPr>
        <p:txBody>
          <a:bodyPr>
            <a:normAutofit/>
          </a:bodyPr>
          <a:lstStyle/>
          <a:p>
            <a:r>
              <a:rPr lang="ko-KR" altLang="ko-KR" dirty="0" err="1"/>
              <a:t>Early</a:t>
            </a:r>
            <a:r>
              <a:rPr lang="ko-KR" altLang="ko-KR" dirty="0"/>
              <a:t> </a:t>
            </a:r>
            <a:r>
              <a:rPr lang="ko-KR" altLang="ko-KR" dirty="0" err="1"/>
              <a:t>prediction</a:t>
            </a:r>
            <a:r>
              <a:rPr lang="ko-KR" altLang="ko-KR" dirty="0"/>
              <a:t> of </a:t>
            </a:r>
            <a:r>
              <a:rPr lang="ko-KR" altLang="ko-KR" dirty="0" err="1"/>
              <a:t>circulatory</a:t>
            </a:r>
            <a:r>
              <a:rPr lang="ko-KR" altLang="ko-KR" dirty="0"/>
              <a:t> </a:t>
            </a:r>
            <a:r>
              <a:rPr lang="ko-KR" altLang="ko-KR" dirty="0" err="1"/>
              <a:t>failure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intensive</a:t>
            </a:r>
            <a:r>
              <a:rPr lang="ko-KR" altLang="ko-KR" dirty="0"/>
              <a:t> </a:t>
            </a:r>
            <a:r>
              <a:rPr lang="ko-KR" altLang="ko-KR" dirty="0" err="1"/>
              <a:t>care</a:t>
            </a:r>
            <a:r>
              <a:rPr lang="ko-KR" altLang="ko-KR" dirty="0"/>
              <a:t> </a:t>
            </a:r>
            <a:r>
              <a:rPr lang="ko-KR" altLang="ko-KR" dirty="0" err="1"/>
              <a:t>unit</a:t>
            </a:r>
            <a:r>
              <a:rPr lang="ko-KR" altLang="ko-KR" dirty="0"/>
              <a:t> </a:t>
            </a:r>
            <a:r>
              <a:rPr lang="ko-KR" altLang="ko-KR" dirty="0" err="1"/>
              <a:t>using</a:t>
            </a:r>
            <a:r>
              <a:rPr lang="ko-KR" altLang="ko-KR" dirty="0"/>
              <a:t> </a:t>
            </a:r>
            <a:r>
              <a:rPr lang="ko-KR" altLang="ko-KR" dirty="0" err="1"/>
              <a:t>machine</a:t>
            </a:r>
            <a:r>
              <a:rPr lang="ko-KR" altLang="ko-KR" dirty="0"/>
              <a:t> </a:t>
            </a:r>
            <a:r>
              <a:rPr lang="ko-KR" altLang="ko-KR" dirty="0" err="1"/>
              <a:t>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592A99-09BB-7D53-7706-479B8E0C3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96972"/>
            <a:ext cx="9144000" cy="428095"/>
          </a:xfrm>
        </p:spPr>
        <p:txBody>
          <a:bodyPr/>
          <a:lstStyle/>
          <a:p>
            <a:r>
              <a:rPr lang="en-US" altLang="ko-KR" dirty="0"/>
              <a:t>Nature Medicine, Mar. 2020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63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18140-B8A3-881C-1A63-FC576005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About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986536-38C3-6E87-CB2A-B7A613A67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Early </a:t>
            </a:r>
            <a:r>
              <a:rPr lang="en-US" altLang="ko-KR" dirty="0" err="1"/>
              <a:t>predicton</a:t>
            </a:r>
            <a:endParaRPr lang="en-US" altLang="ko-KR" dirty="0"/>
          </a:p>
          <a:p>
            <a:r>
              <a:rPr lang="en-US" altLang="ko-KR" dirty="0"/>
              <a:t>ICU</a:t>
            </a:r>
          </a:p>
          <a:p>
            <a:r>
              <a:rPr lang="en-US" altLang="ko-KR" dirty="0"/>
              <a:t>PDMS</a:t>
            </a:r>
          </a:p>
          <a:p>
            <a:r>
              <a:rPr lang="en-US" altLang="ko-KR" dirty="0"/>
              <a:t>Lactate, </a:t>
            </a:r>
            <a:r>
              <a:rPr lang="en-US" altLang="ko-KR" dirty="0" err="1"/>
              <a:t>Inotate</a:t>
            </a:r>
            <a:r>
              <a:rPr lang="en-US" altLang="ko-KR" dirty="0"/>
              <a:t> </a:t>
            </a:r>
            <a:r>
              <a:rPr lang="ko-KR" altLang="en-US" dirty="0"/>
              <a:t>등 </a:t>
            </a:r>
            <a:endParaRPr lang="en-US" altLang="ko-KR" dirty="0"/>
          </a:p>
          <a:p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3471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C9505-06B2-977E-1DFE-3204A50D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 Statement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452C2B-F706-5C3A-B268-97BE85523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altLang="ko-KR" dirty="0"/>
              <a:t>Information overload</a:t>
            </a:r>
          </a:p>
          <a:p>
            <a:pPr lvl="1">
              <a:buFontTx/>
              <a:buChar char="-"/>
            </a:pPr>
            <a:r>
              <a:rPr lang="en-US" altLang="ko-KR" dirty="0"/>
              <a:t>ICU</a:t>
            </a:r>
            <a:r>
              <a:rPr lang="ko-KR" altLang="en-US" dirty="0"/>
              <a:t>는 일반 병동보다 더 위중한 환자를 집중 치료 </a:t>
            </a:r>
            <a:r>
              <a:rPr lang="en-US" altLang="ko-KR" dirty="0"/>
              <a:t>-&gt; </a:t>
            </a:r>
            <a:r>
              <a:rPr lang="ko-KR" altLang="en-US" dirty="0"/>
              <a:t>환자 상태를 아주 자주 측정 </a:t>
            </a:r>
            <a:r>
              <a:rPr lang="en-US" altLang="ko-KR" dirty="0"/>
              <a:t>-&gt; </a:t>
            </a:r>
            <a:r>
              <a:rPr lang="ko-KR" altLang="en-US" dirty="0"/>
              <a:t>시간에 따라 쌓이는 임상 데이터가 많다</a:t>
            </a:r>
            <a:r>
              <a:rPr lang="en-US" altLang="ko-KR" dirty="0"/>
              <a:t>.</a:t>
            </a:r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Alram fatigue -&gt; </a:t>
            </a:r>
            <a:r>
              <a:rPr lang="ko-KR" altLang="en-US" dirty="0"/>
              <a:t>기존 연구</a:t>
            </a:r>
            <a:r>
              <a:rPr lang="en-US" altLang="ko-KR" dirty="0"/>
              <a:t>/</a:t>
            </a:r>
            <a:r>
              <a:rPr lang="ko-KR" altLang="en-US" dirty="0"/>
              <a:t>방법들 확인 </a:t>
            </a:r>
            <a:r>
              <a:rPr lang="en-US" altLang="ko-KR" dirty="0"/>
              <a:t>“</a:t>
            </a:r>
            <a:r>
              <a:rPr lang="ko-KR" altLang="en-US" dirty="0"/>
              <a:t>왜 많은데</a:t>
            </a:r>
            <a:r>
              <a:rPr lang="en-US" altLang="ko-KR" dirty="0"/>
              <a:t>?”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6938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DD4D3-A6EA-16A4-82D9-8C002D89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Solution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83A677-B4BD-88E0-4A9A-27BE44528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하나의 변수만 보지 않고, 환자의 여러 장기계에서 나온 정보를 </a:t>
            </a:r>
            <a:r>
              <a:rPr lang="ko-KR" altLang="ko-KR" dirty="0" err="1"/>
              <a:t>ML이</a:t>
            </a:r>
            <a:r>
              <a:rPr lang="ko-KR" altLang="ko-KR" dirty="0"/>
              <a:t> 종합해서 CF 위험도를 판단하는 시스템을 개발 </a:t>
            </a:r>
            <a:endParaRPr lang="en-US" altLang="ko-KR" dirty="0"/>
          </a:p>
          <a:p>
            <a:r>
              <a:rPr lang="en-US" altLang="ko-KR" dirty="0"/>
              <a:t>HiRID DB </a:t>
            </a:r>
            <a:r>
              <a:rPr lang="ko-KR" altLang="en-US" dirty="0"/>
              <a:t>사용 </a:t>
            </a:r>
            <a:r>
              <a:rPr lang="en-US" altLang="ko-KR" dirty="0"/>
              <a:t>-&gt; </a:t>
            </a:r>
            <a:r>
              <a:rPr lang="ko-KR" altLang="en-US" dirty="0"/>
              <a:t>모델 및 파이프라인 개발</a:t>
            </a:r>
            <a:endParaRPr lang="en-US" altLang="ko-KR" dirty="0"/>
          </a:p>
          <a:p>
            <a:r>
              <a:rPr lang="en-US" altLang="ko-KR" dirty="0"/>
              <a:t>MIMIC-III</a:t>
            </a:r>
            <a:r>
              <a:rPr lang="ko-KR" altLang="en-US" dirty="0"/>
              <a:t> 외부 </a:t>
            </a:r>
            <a:r>
              <a:rPr lang="en-US" altLang="ko-KR" dirty="0"/>
              <a:t>DB</a:t>
            </a:r>
            <a:r>
              <a:rPr lang="ko-KR" altLang="en-US" dirty="0"/>
              <a:t>로 검증 </a:t>
            </a:r>
          </a:p>
        </p:txBody>
      </p:sp>
    </p:spTree>
    <p:extLst>
      <p:ext uri="{BB962C8B-B14F-4D97-AF65-F5344CB8AC3E}">
        <p14:creationId xmlns:p14="http://schemas.microsoft.com/office/powerpoint/2010/main" val="1663911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BAEC3D-5DAA-4C7C-DFA6-C06BA6B0E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A1ED2-9C34-7475-52E7-2ACFA2585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n-US" altLang="ko-KR" dirty="0"/>
              <a:t>Information overload</a:t>
            </a:r>
          </a:p>
          <a:p>
            <a:pPr lvl="1">
              <a:buFontTx/>
              <a:buChar char="-"/>
            </a:pPr>
            <a:r>
              <a:rPr lang="ko-KR" altLang="ko-KR" dirty="0">
                <a:effectLst/>
              </a:rPr>
              <a:t>실제 CF </a:t>
            </a:r>
            <a:r>
              <a:rPr lang="ko-KR" altLang="ko-KR" dirty="0" err="1">
                <a:effectLst/>
              </a:rPr>
              <a:t>event</a:t>
            </a:r>
            <a:r>
              <a:rPr lang="ko-KR" altLang="ko-KR" dirty="0">
                <a:effectLst/>
              </a:rPr>
              <a:t> 중 90%를 사전에 잡았다. </a:t>
            </a:r>
            <a:endParaRPr lang="en-US" altLang="ko-KR" dirty="0">
              <a:effectLst/>
            </a:endParaRPr>
          </a:p>
          <a:p>
            <a:pPr lvl="1">
              <a:buFontTx/>
              <a:buChar char="-"/>
            </a:pPr>
            <a:r>
              <a:rPr lang="ko-KR" altLang="ko-KR" dirty="0">
                <a:effectLst/>
              </a:rPr>
              <a:t>실제 CF </a:t>
            </a:r>
            <a:r>
              <a:rPr lang="ko-KR" altLang="ko-KR" dirty="0" err="1">
                <a:effectLst/>
              </a:rPr>
              <a:t>event</a:t>
            </a:r>
            <a:r>
              <a:rPr lang="ko-KR" altLang="ko-KR" dirty="0">
                <a:effectLst/>
              </a:rPr>
              <a:t> 중 82% </a:t>
            </a:r>
            <a:r>
              <a:rPr lang="ko-KR" altLang="ko-KR" dirty="0" err="1">
                <a:effectLst/>
              </a:rPr>
              <a:t>event를</a:t>
            </a:r>
            <a:r>
              <a:rPr lang="ko-KR" altLang="ko-KR" dirty="0">
                <a:effectLst/>
              </a:rPr>
              <a:t> 2시간 이상 전에 감지하고 경고했다.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ko-KR" dirty="0">
                <a:effectLst/>
              </a:rPr>
              <a:t>모델의 AUROC: 0.94, AUPRC: 0.63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Alram fatigue 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ko-KR" dirty="0"/>
              <a:t>환자 1명당 시간당 평균 0.05 </a:t>
            </a:r>
            <a:r>
              <a:rPr lang="ko-KR" altLang="ko-KR" dirty="0" err="1"/>
              <a:t>alrams였다</a:t>
            </a:r>
            <a:r>
              <a:rPr lang="ko-KR" altLang="ko-KR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ko-KR" dirty="0"/>
              <a:t>즉, 1 / 0.05 = 20시간 당 약 1회 </a:t>
            </a:r>
            <a:r>
              <a:rPr lang="ko-KR" altLang="ko-KR" dirty="0" err="1"/>
              <a:t>alram으로</a:t>
            </a:r>
            <a:r>
              <a:rPr lang="ko-KR" altLang="ko-KR" dirty="0"/>
              <a:t> 불필요한 </a:t>
            </a:r>
            <a:r>
              <a:rPr lang="ko-KR" altLang="ko-KR" dirty="0" err="1"/>
              <a:t>alarm을</a:t>
            </a:r>
            <a:r>
              <a:rPr lang="ko-KR" altLang="ko-KR" dirty="0"/>
              <a:t> 너무 </a:t>
            </a:r>
            <a:r>
              <a:rPr lang="ko-KR" altLang="ko-KR" dirty="0" err="1"/>
              <a:t>많</a:t>
            </a:r>
            <a:r>
              <a:rPr lang="en-US" altLang="ko-KR" dirty="0"/>
              <a:t>  </a:t>
            </a:r>
            <a:r>
              <a:rPr lang="ko-KR" altLang="ko-KR" dirty="0"/>
              <a:t>이 만들지 않았다.</a:t>
            </a:r>
          </a:p>
          <a:p>
            <a:pPr lvl="1">
              <a:buFontTx/>
              <a:buChar char="-"/>
            </a:pPr>
            <a:r>
              <a:rPr lang="ko-KR" altLang="ko-KR" dirty="0" err="1">
                <a:effectLst/>
              </a:rPr>
              <a:t>CF를</a:t>
            </a:r>
            <a:r>
              <a:rPr lang="ko-KR" altLang="ko-KR" dirty="0">
                <a:effectLst/>
              </a:rPr>
              <a:t> 조기에 잘 잡으면서도 </a:t>
            </a:r>
            <a:r>
              <a:rPr lang="ko-KR" altLang="ko-KR" dirty="0" err="1">
                <a:effectLst/>
              </a:rPr>
              <a:t>false</a:t>
            </a:r>
            <a:r>
              <a:rPr lang="ko-KR" altLang="ko-KR" dirty="0">
                <a:effectLst/>
              </a:rPr>
              <a:t> </a:t>
            </a:r>
            <a:r>
              <a:rPr lang="ko-KR" altLang="ko-KR" dirty="0" err="1">
                <a:effectLst/>
              </a:rPr>
              <a:t>alarm을</a:t>
            </a:r>
            <a:r>
              <a:rPr lang="ko-KR" altLang="ko-KR" dirty="0">
                <a:effectLst/>
              </a:rPr>
              <a:t> 기존 </a:t>
            </a:r>
            <a:r>
              <a:rPr lang="ko-KR" altLang="ko-KR" dirty="0" err="1">
                <a:effectLst/>
              </a:rPr>
              <a:t>threshold</a:t>
            </a:r>
            <a:r>
              <a:rPr lang="ko-KR" altLang="ko-KR" dirty="0">
                <a:effectLst/>
              </a:rPr>
              <a:t> 방식보다 훨씬 줄였다.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87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D9F6B-17DF-DAED-2294-A4592748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Pipeline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78066E-7CC5-F89C-68DF-2A718CC1A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7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43423-D709-A708-C187-722F95B04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5CE86-4F6D-8B46-2F2D-365F27313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64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C3394-4B34-8E15-06E3-8D5409B00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2)…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BE89E1-A962-30DA-CD49-4B3C2B872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184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22C09-0DF7-34E1-22C7-251814397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3)…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5D3018-CF89-5541-0EBA-4B08455D0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721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CD1A1-48A5-9427-F453-D1CAD1C4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4)…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849315-395F-45C3-82A4-D103F3A46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47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D7E7B-7928-8B5A-91D2-3278DF4F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5)…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315A7A-C9D5-80AA-2A03-3C77E6597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340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1766B-5068-6C5D-3F2B-B29BBD3E4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내가 생각한 </a:t>
            </a:r>
            <a:r>
              <a:rPr lang="en-US" altLang="ko-KR" dirty="0"/>
              <a:t>limitation, </a:t>
            </a:r>
            <a:r>
              <a:rPr lang="ko-KR" altLang="en-US" dirty="0"/>
              <a:t>의문점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348C3B-3375-3204-3810-73961454F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실제 </a:t>
            </a:r>
            <a:r>
              <a:rPr lang="ko-KR" altLang="ko-KR" sz="1600" dirty="0"/>
              <a:t>CF 발생을 직접 판독한 </a:t>
            </a:r>
            <a:r>
              <a:rPr lang="ko-KR" altLang="ko-KR" sz="1600" dirty="0" err="1"/>
              <a:t>label을</a:t>
            </a:r>
            <a:r>
              <a:rPr lang="ko-KR" altLang="ko-KR" sz="1600" dirty="0"/>
              <a:t> 예측한 것이 아니라, </a:t>
            </a:r>
            <a:r>
              <a:rPr lang="en-US" altLang="ko-KR" sz="1600" dirty="0"/>
              <a:t>HiRID</a:t>
            </a:r>
            <a:r>
              <a:rPr lang="ko-KR" altLang="ko-KR" sz="1600" dirty="0"/>
              <a:t>에서 MAP, </a:t>
            </a:r>
            <a:r>
              <a:rPr lang="ko-KR" altLang="ko-KR" sz="1600" dirty="0" err="1"/>
              <a:t>lactate</a:t>
            </a:r>
            <a:r>
              <a:rPr lang="ko-KR" altLang="ko-KR" sz="1600" dirty="0"/>
              <a:t>, </a:t>
            </a:r>
            <a:r>
              <a:rPr lang="ko-KR" altLang="ko-KR" sz="1600" dirty="0" err="1"/>
              <a:t>vasoactive</a:t>
            </a:r>
            <a:r>
              <a:rPr lang="ko-KR" altLang="ko-KR" sz="1600" dirty="0"/>
              <a:t>/</a:t>
            </a:r>
            <a:r>
              <a:rPr lang="ko-KR" altLang="ko-KR" sz="1600" dirty="0" err="1"/>
              <a:t>inotropic</a:t>
            </a:r>
            <a:r>
              <a:rPr lang="ko-KR" altLang="ko-KR" sz="1600" dirty="0"/>
              <a:t> </a:t>
            </a:r>
            <a:r>
              <a:rPr lang="ko-KR" altLang="ko-KR" sz="1600" dirty="0" err="1"/>
              <a:t>drug를</a:t>
            </a:r>
            <a:r>
              <a:rPr lang="ko-KR" altLang="ko-KR" sz="1600" dirty="0"/>
              <a:t> 이용해 정의한 CF </a:t>
            </a:r>
            <a:r>
              <a:rPr lang="ko-KR" altLang="ko-KR" sz="1600" dirty="0" err="1"/>
              <a:t>endpoint를</a:t>
            </a:r>
            <a:r>
              <a:rPr lang="ko-KR" altLang="ko-KR" sz="1600" dirty="0"/>
              <a:t> 예측했다.</a:t>
            </a:r>
            <a:r>
              <a:rPr lang="en-US" altLang="ko-KR" sz="1600" dirty="0"/>
              <a:t> -&gt; clinical validation</a:t>
            </a:r>
            <a:r>
              <a:rPr lang="ko-KR" altLang="en-US" sz="1600" dirty="0"/>
              <a:t>이 부족한 거 아닌가</a:t>
            </a:r>
            <a:r>
              <a:rPr lang="en-US" altLang="ko-KR" sz="1600" dirty="0"/>
              <a:t>?</a:t>
            </a:r>
          </a:p>
          <a:p>
            <a:pPr marL="457200" lvl="1" indent="0">
              <a:buNone/>
            </a:pPr>
            <a:r>
              <a:rPr lang="en-US" altLang="ko-KR" sz="1200" dirty="0"/>
              <a:t>-&gt; </a:t>
            </a:r>
            <a:r>
              <a:rPr lang="ko-KR" altLang="en-US" sz="1200" dirty="0"/>
              <a:t>근데 또 이게 이 연구의 장점이기도 </a:t>
            </a:r>
            <a:r>
              <a:rPr lang="ko-KR" altLang="en-US" sz="1200" dirty="0" err="1"/>
              <a:t>한게</a:t>
            </a:r>
            <a:r>
              <a:rPr lang="ko-KR" altLang="en-US" sz="1200" dirty="0"/>
              <a:t> 뭔가를 </a:t>
            </a:r>
            <a:r>
              <a:rPr lang="ko-KR" altLang="en-US" sz="1200" dirty="0" err="1"/>
              <a:t>타게팅하고</a:t>
            </a:r>
            <a:r>
              <a:rPr lang="ko-KR" altLang="en-US" sz="1200" dirty="0"/>
              <a:t> 데이터를 수집하면 어떤 </a:t>
            </a:r>
            <a:r>
              <a:rPr lang="en-US" altLang="ko-KR" sz="1200" dirty="0"/>
              <a:t>artifact</a:t>
            </a:r>
            <a:r>
              <a:rPr lang="ko-KR" altLang="en-US" sz="1200" dirty="0"/>
              <a:t>나 편향이 포함되기 쉬운데 실제로는</a:t>
            </a:r>
            <a:r>
              <a:rPr lang="en-US" altLang="ko-KR" sz="1200" dirty="0"/>
              <a:t>? </a:t>
            </a:r>
            <a:r>
              <a:rPr lang="ko-KR" altLang="en-US" sz="1200" dirty="0"/>
              <a:t>근데 이건 후행으로 연구를 </a:t>
            </a:r>
            <a:r>
              <a:rPr lang="ko-KR" altLang="en-US" sz="1200" dirty="0" err="1"/>
              <a:t>잡은거다</a:t>
            </a:r>
            <a:r>
              <a:rPr lang="ko-KR" altLang="en-US" sz="1200" dirty="0"/>
              <a:t> 보니까</a:t>
            </a:r>
            <a:r>
              <a:rPr lang="en-US" altLang="ko-KR" sz="1200" dirty="0"/>
              <a:t>. </a:t>
            </a:r>
            <a:r>
              <a:rPr lang="ko-KR" altLang="en-US" sz="1200" dirty="0"/>
              <a:t>그렇게 보면 결국 장단점이 있는 듯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    -&gt; </a:t>
            </a:r>
            <a:r>
              <a:rPr lang="ko-KR" altLang="ko-KR" sz="1600" dirty="0"/>
              <a:t>저자들은 만들어낸 CF </a:t>
            </a:r>
            <a:r>
              <a:rPr lang="ko-KR" altLang="ko-KR" sz="1600" dirty="0" err="1"/>
              <a:t>event가</a:t>
            </a:r>
            <a:r>
              <a:rPr lang="ko-KR" altLang="ko-KR" sz="1600" dirty="0"/>
              <a:t> 길거나 많이 발생하는 환자일수록 ICU </a:t>
            </a:r>
            <a:r>
              <a:rPr lang="ko-KR" altLang="ko-KR" sz="1600" dirty="0" err="1"/>
              <a:t>mortality가</a:t>
            </a:r>
            <a:r>
              <a:rPr lang="ko-KR" altLang="ko-KR" sz="1600" dirty="0"/>
              <a:t> 높아지는 연관성을 확인</a:t>
            </a:r>
            <a:r>
              <a:rPr lang="ko-KR" altLang="en-US" sz="1600" dirty="0"/>
              <a:t>함</a:t>
            </a:r>
            <a:r>
              <a:rPr lang="en-US" altLang="ko-KR" sz="1600" dirty="0"/>
              <a:t>. (</a:t>
            </a:r>
            <a:r>
              <a:rPr lang="ko-KR" altLang="en-US" sz="1600" dirty="0"/>
              <a:t>간접 근거들이 </a:t>
            </a:r>
            <a:r>
              <a:rPr lang="ko-KR" altLang="en-US" sz="1600" dirty="0" err="1"/>
              <a:t>있긴함</a:t>
            </a:r>
            <a:r>
              <a:rPr lang="en-US" altLang="ko-KR" sz="1600" dirty="0"/>
              <a:t>) + MIMIC III</a:t>
            </a:r>
            <a:r>
              <a:rPr lang="ko-KR" altLang="en-US" sz="1600" dirty="0"/>
              <a:t> 외부 검증도 있긴 한데 뭐 같은 </a:t>
            </a:r>
            <a:r>
              <a:rPr lang="en-US" altLang="ko-KR" sz="1600" dirty="0"/>
              <a:t>rule </a:t>
            </a:r>
            <a:r>
              <a:rPr lang="ko-KR" altLang="en-US" sz="1600" dirty="0"/>
              <a:t>이라서</a:t>
            </a:r>
            <a:r>
              <a:rPr lang="en-US" altLang="ko-KR" sz="1600" dirty="0"/>
              <a:t>..</a:t>
            </a:r>
          </a:p>
          <a:p>
            <a:pPr marL="0" indent="0">
              <a:buNone/>
            </a:pPr>
            <a:r>
              <a:rPr lang="en-US" altLang="ko-KR" sz="1600" dirty="0"/>
              <a:t>    -&gt; </a:t>
            </a:r>
            <a:r>
              <a:rPr lang="ko-KR" altLang="en-US" sz="1600" dirty="0"/>
              <a:t>물론 이런 대규모 데이터의 </a:t>
            </a:r>
            <a:r>
              <a:rPr lang="en-US" altLang="ko-KR" sz="1600" dirty="0"/>
              <a:t>5</a:t>
            </a:r>
            <a:r>
              <a:rPr lang="ko-KR" altLang="en-US" sz="1600" dirty="0"/>
              <a:t>분 시점 전문가 판단은 현실적으로 불가능해서 이해가 안가는 설정은 아님</a:t>
            </a:r>
            <a:endParaRPr lang="en-US" altLang="ko-KR" sz="1600" dirty="0"/>
          </a:p>
          <a:p>
            <a:r>
              <a:rPr lang="en-US" altLang="ko-KR" sz="1600" dirty="0"/>
              <a:t>Ablation study</a:t>
            </a:r>
            <a:r>
              <a:rPr lang="ko-KR" altLang="en-US" sz="1600" dirty="0"/>
              <a:t>가 있나</a:t>
            </a:r>
            <a:r>
              <a:rPr lang="en-US" altLang="ko-KR" sz="1600" dirty="0"/>
              <a:t>? </a:t>
            </a:r>
            <a:r>
              <a:rPr lang="ko-KR" altLang="en-US" sz="1600" dirty="0"/>
              <a:t>전처리를 잘해서 </a:t>
            </a:r>
            <a:r>
              <a:rPr lang="ko-KR" altLang="en-US" sz="1600" dirty="0" err="1"/>
              <a:t>그런건지</a:t>
            </a:r>
            <a:r>
              <a:rPr lang="ko-KR" altLang="en-US" sz="1600" dirty="0"/>
              <a:t> 등등 요소가 많을 텐데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   -&gt; </a:t>
            </a:r>
            <a:r>
              <a:rPr lang="ko-KR" altLang="en-US" sz="1600" dirty="0"/>
              <a:t>내가 원하는 형태의 </a:t>
            </a:r>
            <a:r>
              <a:rPr lang="en-US" altLang="ko-KR" sz="1600" dirty="0"/>
              <a:t>w/o no pre-processing</a:t>
            </a:r>
            <a:r>
              <a:rPr lang="ko-KR" altLang="en-US" sz="1600" dirty="0"/>
              <a:t>은 없는데 뭐가 몇 개 있긴 함</a:t>
            </a:r>
            <a:r>
              <a:rPr lang="en-US" altLang="ko-KR" sz="1600" dirty="0"/>
              <a:t>. </a:t>
            </a:r>
            <a:r>
              <a:rPr lang="ko-KR" altLang="en-US" sz="1600" dirty="0"/>
              <a:t>확인하자</a:t>
            </a:r>
            <a:r>
              <a:rPr lang="en-US" altLang="ko-KR" sz="1600" dirty="0"/>
              <a:t>. </a:t>
            </a:r>
          </a:p>
          <a:p>
            <a:r>
              <a:rPr lang="ko-KR" altLang="ko-KR" sz="1600" dirty="0" err="1"/>
              <a:t>alram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fatigue를</a:t>
            </a:r>
            <a:r>
              <a:rPr lang="ko-KR" altLang="ko-KR" sz="1600" dirty="0"/>
              <a:t> 방지하기 위해 30분 </a:t>
            </a:r>
            <a:r>
              <a:rPr lang="ko-KR" altLang="ko-KR" sz="1600" dirty="0" err="1"/>
              <a:t>silencing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policy</a:t>
            </a:r>
            <a:r>
              <a:rPr lang="ko-KR" altLang="ko-KR" sz="1600" dirty="0"/>
              <a:t> 적용</a:t>
            </a:r>
            <a:r>
              <a:rPr lang="en-US" altLang="ko-KR" sz="1600" dirty="0"/>
              <a:t> -&gt; </a:t>
            </a:r>
            <a:r>
              <a:rPr lang="ko-KR" altLang="en-US" sz="1600" dirty="0"/>
              <a:t>이 사이에 정말 중요한 </a:t>
            </a:r>
            <a:r>
              <a:rPr lang="en-US" altLang="ko-KR" sz="1600" dirty="0"/>
              <a:t>CF </a:t>
            </a:r>
            <a:r>
              <a:rPr lang="ko-KR" altLang="en-US" sz="1600" dirty="0"/>
              <a:t>전조가 생기면</a:t>
            </a:r>
            <a:r>
              <a:rPr lang="en-US" altLang="ko-KR" sz="1600" dirty="0"/>
              <a:t>? </a:t>
            </a:r>
            <a:r>
              <a:rPr lang="ko-KR" altLang="en-US" sz="1600" dirty="0"/>
              <a:t>생리학적으로 </a:t>
            </a:r>
            <a:r>
              <a:rPr lang="en-US" altLang="ko-KR" sz="1600" dirty="0"/>
              <a:t>30</a:t>
            </a:r>
            <a:r>
              <a:rPr lang="ko-KR" altLang="en-US" sz="1600" dirty="0"/>
              <a:t>분 단위로 전조가 발생하나</a:t>
            </a:r>
            <a:r>
              <a:rPr lang="en-US" altLang="ko-KR" sz="1600" dirty="0"/>
              <a:t>? </a:t>
            </a:r>
          </a:p>
          <a:p>
            <a:pPr marL="0" indent="0">
              <a:buNone/>
            </a:pPr>
            <a:r>
              <a:rPr lang="en-US" altLang="ko-KR" sz="1600" dirty="0"/>
              <a:t>    -&gt; </a:t>
            </a:r>
            <a:r>
              <a:rPr lang="ko-KR" altLang="en-US" sz="1600" dirty="0"/>
              <a:t>“</a:t>
            </a:r>
            <a:r>
              <a:rPr lang="en-US" altLang="ko-KR" sz="1600" dirty="0"/>
              <a:t>10:00</a:t>
            </a:r>
            <a:r>
              <a:rPr lang="ko-KR" altLang="en-US" sz="1600" dirty="0"/>
              <a:t>에 이미 해당 환자에 대한 경고를 줬으므로 의료진이 </a:t>
            </a:r>
            <a:r>
              <a:rPr lang="en-US" altLang="ko-KR" sz="1600" dirty="0"/>
              <a:t>attention</a:t>
            </a:r>
            <a:r>
              <a:rPr lang="ko-KR" altLang="en-US" sz="1600" dirty="0"/>
              <a:t>을 갖고 있을 것이다</a:t>
            </a:r>
            <a:r>
              <a:rPr lang="en-US" altLang="ko-KR" sz="1600" dirty="0"/>
              <a:t>.”</a:t>
            </a:r>
            <a:r>
              <a:rPr lang="ko-KR" altLang="en-US" sz="1600" dirty="0"/>
              <a:t>라는 실용적인 가 정을 깔고 있는</a:t>
            </a:r>
            <a:endParaRPr lang="en-US" altLang="ko-KR" sz="1600" dirty="0"/>
          </a:p>
          <a:p>
            <a:r>
              <a:rPr lang="ko-KR" altLang="en-US" sz="1600" dirty="0" err="1"/>
              <a:t>이런식으로</a:t>
            </a:r>
            <a:r>
              <a:rPr lang="ko-KR" altLang="en-US" sz="1600" dirty="0"/>
              <a:t> </a:t>
            </a:r>
            <a:r>
              <a:rPr lang="en-US" altLang="ko-KR" sz="1600" dirty="0"/>
              <a:t>annotation</a:t>
            </a:r>
            <a:r>
              <a:rPr lang="ko-KR" altLang="en-US" sz="1600" dirty="0"/>
              <a:t>을 하고 원하는 </a:t>
            </a:r>
            <a:r>
              <a:rPr lang="en-US" altLang="ko-KR" sz="1600" dirty="0"/>
              <a:t>task</a:t>
            </a:r>
            <a:r>
              <a:rPr lang="ko-KR" altLang="en-US" sz="1600" dirty="0"/>
              <a:t>를 위해서 </a:t>
            </a:r>
            <a:r>
              <a:rPr lang="en-US" altLang="ko-KR" sz="1600" dirty="0"/>
              <a:t>labeling </a:t>
            </a:r>
            <a:r>
              <a:rPr lang="ko-KR" altLang="en-US" sz="1600" dirty="0"/>
              <a:t>하는 논문들이 많은 가</a:t>
            </a:r>
            <a:r>
              <a:rPr lang="en-US" altLang="ko-KR" sz="1600" dirty="0"/>
              <a:t>? (DAHS</a:t>
            </a:r>
            <a:r>
              <a:rPr lang="ko-KR" altLang="en-US" sz="1600" dirty="0"/>
              <a:t>의 </a:t>
            </a:r>
            <a:r>
              <a:rPr lang="en-US" altLang="ko-KR" sz="1600" dirty="0"/>
              <a:t>‘CLEAR SHOCK’)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00050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745BD-38EF-E911-42B0-275C4426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좋았던 설계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D41C01-D13A-28B6-C38C-D55499182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State annotation</a:t>
            </a:r>
            <a:r>
              <a:rPr lang="ko-KR" altLang="en-US" dirty="0"/>
              <a:t>에서 </a:t>
            </a:r>
            <a:r>
              <a:rPr lang="en-US" altLang="ko-KR" dirty="0"/>
              <a:t>interpolation</a:t>
            </a:r>
            <a:r>
              <a:rPr lang="ko-KR" altLang="en-US" dirty="0"/>
              <a:t>을 하는 부분에서 미래 정보 사용을 하는데 이건 </a:t>
            </a:r>
            <a:r>
              <a:rPr lang="en-US" altLang="ko-KR" dirty="0"/>
              <a:t>GT </a:t>
            </a:r>
            <a:r>
              <a:rPr lang="ko-KR" altLang="en-US" dirty="0"/>
              <a:t>생성용으로만 쓰고 모델 </a:t>
            </a:r>
            <a:r>
              <a:rPr lang="en-US" altLang="ko-KR" dirty="0"/>
              <a:t>input </a:t>
            </a:r>
            <a:r>
              <a:rPr lang="ko-KR" altLang="en-US" dirty="0"/>
              <a:t>생성용으로는 다른 방식을 사용했다</a:t>
            </a:r>
            <a:r>
              <a:rPr lang="en-US" altLang="ko-KR" dirty="0"/>
              <a:t>. -&gt; </a:t>
            </a:r>
            <a:r>
              <a:rPr lang="ko-KR" altLang="en-US" dirty="0"/>
              <a:t>기본</a:t>
            </a:r>
            <a:r>
              <a:rPr lang="en-US" altLang="ko-KR" dirty="0"/>
              <a:t>?</a:t>
            </a:r>
            <a:r>
              <a:rPr lang="ko-KR" altLang="en-US" dirty="0"/>
              <a:t>을 </a:t>
            </a:r>
            <a:r>
              <a:rPr lang="ko-KR" altLang="en-US" dirty="0" err="1"/>
              <a:t>잘지켰다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3417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CE411-41B8-519D-247E-3384E76A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Implemetation</a:t>
            </a:r>
            <a:r>
              <a:rPr lang="en-US" altLang="ko-KR" dirty="0"/>
              <a:t> using MIMIC-IV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C1B97E-B2E2-14DB-DE1B-4EB9A57B8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MIMIC-IV v3.1</a:t>
            </a:r>
            <a:r>
              <a:rPr lang="ko-KR" altLang="en-US" dirty="0"/>
              <a:t>의 </a:t>
            </a:r>
            <a:r>
              <a:rPr lang="en-US" altLang="ko-KR" dirty="0"/>
              <a:t>subset</a:t>
            </a:r>
          </a:p>
          <a:p>
            <a:r>
              <a:rPr lang="ko-KR" altLang="en-US" dirty="0"/>
              <a:t>총 </a:t>
            </a:r>
            <a:r>
              <a:rPr lang="en-US" altLang="ko-KR" dirty="0"/>
              <a:t>3000 ICU stays</a:t>
            </a:r>
          </a:p>
          <a:p>
            <a:r>
              <a:rPr lang="en-US" altLang="ko-KR" dirty="0"/>
              <a:t>2881 hospital admissions</a:t>
            </a:r>
          </a:p>
          <a:p>
            <a:r>
              <a:rPr lang="en-US" altLang="ko-KR"/>
              <a:t>2790 patients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549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95EB9-ACE0-BC24-56C0-87DE621E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B81D86-7AC7-0F2A-9363-1E4C3EC47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204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1BB0D-CC4C-148D-7186-8E832EFD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What’s next?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C2A848-6D66-B02D-051A-88391BC81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980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479</Words>
  <Application>Microsoft Office PowerPoint</Application>
  <PresentationFormat>와이드스크린</PresentationFormat>
  <Paragraphs>52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Early prediction of circulatory failure in the intensive care unit using machine learning</vt:lpstr>
      <vt:lpstr>About </vt:lpstr>
      <vt:lpstr>Problem Statement</vt:lpstr>
      <vt:lpstr>Solution</vt:lpstr>
      <vt:lpstr>Results</vt:lpstr>
      <vt:lpstr>Pipeline</vt:lpstr>
      <vt:lpstr>1)…</vt:lpstr>
      <vt:lpstr>2)…</vt:lpstr>
      <vt:lpstr>3)…</vt:lpstr>
      <vt:lpstr>4)…</vt:lpstr>
      <vt:lpstr>5)…</vt:lpstr>
      <vt:lpstr>내가 생각한 limitation, 의문점</vt:lpstr>
      <vt:lpstr>좋았던 설계 </vt:lpstr>
      <vt:lpstr>Implemetation using MIMIC-IV</vt:lpstr>
      <vt:lpstr>Results?</vt:lpstr>
      <vt:lpstr>What’s next?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준영 박</dc:creator>
  <cp:lastModifiedBy>준영 박</cp:lastModifiedBy>
  <cp:revision>1</cp:revision>
  <dcterms:created xsi:type="dcterms:W3CDTF">2026-08-18T07:54:25Z</dcterms:created>
  <dcterms:modified xsi:type="dcterms:W3CDTF">2026-08-19T07:12:30Z</dcterms:modified>
</cp:coreProperties>
</file>